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s-D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16" autoAdjust="0"/>
    <p:restoredTop sz="94660"/>
  </p:normalViewPr>
  <p:slideViewPr>
    <p:cSldViewPr snapToGrid="0">
      <p:cViewPr varScale="1">
        <p:scale>
          <a:sx n="76" d="100"/>
          <a:sy n="76" d="100"/>
        </p:scale>
        <p:origin x="126" y="5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E1AF93-F92C-26D6-D8E4-71A78FF793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F6B152A-B53C-67DA-D29C-55D24CBDAB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D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7733E33-2D0E-CE55-17D7-8FFA297726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1D9DFC-3779-418B-BC00-4160117B94F6}" type="datetimeFigureOut">
              <a:rPr lang="es-DO" smtClean="0"/>
              <a:t>24/1/2026</a:t>
            </a:fld>
            <a:endParaRPr lang="es-D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93580ED-50B0-275A-1445-2FEC0C2066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EA1FE60-A815-0A5A-FC42-FD81DE5079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C9C64-D1E9-47BA-840C-86F863D22C1B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31224442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B0184D-D258-9B6B-DC4A-2A39E74F7B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F1116D4-7B49-4322-BDF0-6FE5234DF8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486C9FD-5A3B-4558-1280-DA898F38A3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1D9DFC-3779-418B-BC00-4160117B94F6}" type="datetimeFigureOut">
              <a:rPr lang="es-DO" smtClean="0"/>
              <a:t>24/1/2026</a:t>
            </a:fld>
            <a:endParaRPr lang="es-D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8739653-9C67-1395-9CF9-78A92A1F73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871D64D-E633-FC8C-C2CD-E13096AC7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C9C64-D1E9-47BA-840C-86F863D22C1B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4381973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DC5732-FA38-1707-2E26-0A03688318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B0458C5-D355-08E9-064C-DB85E6E8BA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1EB5A45-9D1D-0DF7-1BDD-398D98E76A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1D9DFC-3779-418B-BC00-4160117B94F6}" type="datetimeFigureOut">
              <a:rPr lang="es-DO" smtClean="0"/>
              <a:t>24/1/2026</a:t>
            </a:fld>
            <a:endParaRPr lang="es-D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0F8454A-D69A-63D1-272D-C83E37FE9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2CDAC53-401E-B8AE-031F-3A7DE78EA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C9C64-D1E9-47BA-840C-86F863D22C1B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6079498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A0C8AF-D6E6-A9AD-1607-FE6F3ACD8E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0B353A0-687C-9400-FB85-47B968BEA6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B64BBF4-A5FF-B953-6AE5-0E08C3E2FA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3AEA30D-E08F-4740-BB55-EEE5929F9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1D9DFC-3779-418B-BC00-4160117B94F6}" type="datetimeFigureOut">
              <a:rPr lang="es-DO" smtClean="0"/>
              <a:t>24/1/2026</a:t>
            </a:fld>
            <a:endParaRPr lang="es-D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E1F50CA-499E-C886-88E8-1AF53D41E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4842AA2-F9A0-5A75-F6C8-0C45168E6E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C9C64-D1E9-47BA-840C-86F863D22C1B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31898061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831C14-220F-1A70-E611-8A659ED449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C8A54E6-EB79-3C20-1CBB-88C90C99C3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FBB1564-B193-7190-66AF-44EB903823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6CA19A1-AA1D-82E8-D133-96868DC315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7A1FFB40-6850-C2A8-DFFE-77840782DA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55583336-99F0-CF43-D36C-ED8132E1E5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1D9DFC-3779-418B-BC00-4160117B94F6}" type="datetimeFigureOut">
              <a:rPr lang="es-DO" smtClean="0"/>
              <a:t>24/1/2026</a:t>
            </a:fld>
            <a:endParaRPr lang="es-D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E4E4C635-98FD-2709-74CD-8AC81B6C7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B4F71ACB-365B-07C6-2846-0F906A899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C9C64-D1E9-47BA-840C-86F863D22C1B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42714773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FB5072-D469-DD3E-09E1-3661FA2EFB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908E9A3-49F3-5A5D-656B-CD2B8ACBBF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1D9DFC-3779-418B-BC00-4160117B94F6}" type="datetimeFigureOut">
              <a:rPr lang="es-DO" smtClean="0"/>
              <a:t>24/1/2026</a:t>
            </a:fld>
            <a:endParaRPr lang="es-D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9E65B436-A70A-1D85-AB33-31930F79DB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CD348AF-6230-7EFF-9B09-E3B51FC121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C9C64-D1E9-47BA-840C-86F863D22C1B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20399900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A0C6F1B3-EDFD-86DF-D4FE-575A7BDBB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1D9DFC-3779-418B-BC00-4160117B94F6}" type="datetimeFigureOut">
              <a:rPr lang="es-DO" smtClean="0"/>
              <a:t>24/1/2026</a:t>
            </a:fld>
            <a:endParaRPr lang="es-D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D6D54FFD-FB9C-D516-076D-78D7AD4825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20C8C71-6F29-687C-5920-189136835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C9C64-D1E9-47BA-840C-86F863D22C1B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42473471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2A4179-8ECD-26A8-709B-C276915FB9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1C0BD3E-12BD-8D9B-7415-1E1C403AC5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2034117-585C-2458-C858-A9D9B4528D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2B76BA4-9F01-58E1-7E70-CE6F7E4361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1D9DFC-3779-418B-BC00-4160117B94F6}" type="datetimeFigureOut">
              <a:rPr lang="es-DO" smtClean="0"/>
              <a:t>24/1/2026</a:t>
            </a:fld>
            <a:endParaRPr lang="es-D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2893536-01DF-E0C0-41A4-4008B46145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EA81B84-A029-DBA1-F0A5-103A355D7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C9C64-D1E9-47BA-840C-86F863D22C1B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13959291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649709-E151-D454-C381-B1A0D4C089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4C3FACF7-A061-DBBA-140C-B86DA472AF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D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6D5668D-F32D-8AA2-3D7A-7122D32B2D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49192BB-F551-28CD-3093-7F3B0BB099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1D9DFC-3779-418B-BC00-4160117B94F6}" type="datetimeFigureOut">
              <a:rPr lang="es-DO" smtClean="0"/>
              <a:t>24/1/2026</a:t>
            </a:fld>
            <a:endParaRPr lang="es-D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3174C4B-3D00-5ABA-BDD2-55F011C7E4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0C29DE3-D300-FFCC-2DA7-52834BEC2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C9C64-D1E9-47BA-840C-86F863D22C1B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33527892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161980-9E19-5DF4-6D87-48507B1BD5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F6831B0-2F53-44AE-057C-801048B5E6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E57E209-5D00-2E4D-EE89-C7274E1796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1D9DFC-3779-418B-BC00-4160117B94F6}" type="datetimeFigureOut">
              <a:rPr lang="es-DO" smtClean="0"/>
              <a:t>24/1/2026</a:t>
            </a:fld>
            <a:endParaRPr lang="es-D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F551D53-096E-C340-BB42-5AFEC3C938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E5657C3-E909-01BA-70D8-DDA271E494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C9C64-D1E9-47BA-840C-86F863D22C1B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25024658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4F0427F-5B58-B106-A16F-BB49E8A532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97AA92B-C16F-0E48-02A5-1629FA55EA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EDDDDE2-83F2-01C0-DCCD-81CE61BF93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1D9DFC-3779-418B-BC00-4160117B94F6}" type="datetimeFigureOut">
              <a:rPr lang="es-DO" smtClean="0"/>
              <a:t>24/1/2026</a:t>
            </a:fld>
            <a:endParaRPr lang="es-D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D719A9F-DD01-5992-E39E-09C39B442A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75CC3BC-90C2-43D8-3FD7-31A95A567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C9C64-D1E9-47BA-840C-86F863D22C1B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19851438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2F953367-623D-6BF6-867D-F2F84DD75F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4F2DF68-5611-F0E9-FC2E-44B80B94BA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2320F15-4064-D32B-77C6-F58CDB428F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1D9DFC-3779-418B-BC00-4160117B94F6}" type="datetimeFigureOut">
              <a:rPr lang="es-DO" smtClean="0"/>
              <a:t>24/1/2026</a:t>
            </a:fld>
            <a:endParaRPr lang="es-D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6035F62-4738-675D-430A-E7B902766D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D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DE2BD3C-76FA-6E4D-0532-72560A5A14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DC9C64-D1E9-47BA-840C-86F863D22C1B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563303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D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1A68AD-9E9D-D9AA-1EC4-80114AC5143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endParaRPr lang="es-DO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D2FFFC6-8873-5F0D-B936-04C7D4D9007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DO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421A660-3425-6CA1-6967-E494E8CFB4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5500" y="447675"/>
            <a:ext cx="7480300" cy="5962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30373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8E9DAA-8E9B-221D-D48B-1B1C39AF85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DO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B5FBD2F2-36CB-9495-A16B-B84B6AEC3F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57562" y="3601244"/>
            <a:ext cx="5476875" cy="800100"/>
          </a:xfrm>
        </p:spPr>
      </p:pic>
    </p:spTree>
    <p:extLst>
      <p:ext uri="{BB962C8B-B14F-4D97-AF65-F5344CB8AC3E}">
        <p14:creationId xmlns:p14="http://schemas.microsoft.com/office/powerpoint/2010/main" val="21136626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011156-27A4-9BB9-F06E-41D6A2383C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DO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BB897F2B-603D-2045-828A-6E693C3100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91162" y="3191669"/>
            <a:ext cx="1209675" cy="1085850"/>
          </a:xfrm>
        </p:spPr>
      </p:pic>
    </p:spTree>
    <p:extLst>
      <p:ext uri="{BB962C8B-B14F-4D97-AF65-F5344CB8AC3E}">
        <p14:creationId xmlns:p14="http://schemas.microsoft.com/office/powerpoint/2010/main" val="18675754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E6FBA7-DCD3-2B23-DC2F-08EEBEC057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DO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39BAD95A-C0C3-C713-567D-E250D87D99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67037" y="3248819"/>
            <a:ext cx="6257925" cy="1504950"/>
          </a:xfrm>
        </p:spPr>
      </p:pic>
    </p:spTree>
    <p:extLst>
      <p:ext uri="{BB962C8B-B14F-4D97-AF65-F5344CB8AC3E}">
        <p14:creationId xmlns:p14="http://schemas.microsoft.com/office/powerpoint/2010/main" val="28141523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3603DA-E163-4469-E8A4-F213BFC0C2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F90ED00-DB9D-F5A5-2F25-9D5DC6785D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DO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59174E3-E071-A8E4-1ECC-5E49D727E3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8900" y="414337"/>
            <a:ext cx="5800725" cy="6029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07181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F0ACA2-F302-7BBC-C552-4E7F72CB49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DO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2A9FFCD8-6DB5-2D4C-16F0-5B11653860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28950" y="3210719"/>
            <a:ext cx="6134100" cy="1581150"/>
          </a:xfrm>
        </p:spPr>
      </p:pic>
    </p:spTree>
    <p:extLst>
      <p:ext uri="{BB962C8B-B14F-4D97-AF65-F5344CB8AC3E}">
        <p14:creationId xmlns:p14="http://schemas.microsoft.com/office/powerpoint/2010/main" val="331380647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0</Words>
  <Application>Microsoft Office PowerPoint</Application>
  <PresentationFormat>Panorámica</PresentationFormat>
  <Paragraphs>0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ESTUDIANTE</dc:creator>
  <cp:lastModifiedBy>ESTUDIANTE</cp:lastModifiedBy>
  <cp:revision>2</cp:revision>
  <dcterms:created xsi:type="dcterms:W3CDTF">2026-01-24T19:44:28Z</dcterms:created>
  <dcterms:modified xsi:type="dcterms:W3CDTF">2026-01-24T20:29:23Z</dcterms:modified>
</cp:coreProperties>
</file>