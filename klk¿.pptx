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92DF-90E3-B276-3F33-44FF9FDDF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592D63-72C6-7A2D-0849-D032AF5F8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51D2A8-6467-AFD7-3716-920FC8AB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15B80E-D0B4-DE6F-3EC0-9537962A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90092A-20D3-7497-43F6-D8C1AE79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75916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FA661-3122-2B38-BA61-92E511EC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A6FCBA-7A74-C82D-9EB8-F6644D0B5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284FC6-3EB6-BD89-25FA-78C97361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183FEA-AFEC-D46C-18BB-17639318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A21FA9-19CD-FCBF-AFEE-0EBB8968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7952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6523E-CE13-9074-384C-741CFF55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AE37B1-A749-DC45-3B4E-7EDFA8722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8D4233-4328-074E-D36B-9BF99935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524593-3C83-3435-1AAA-30FDAB46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7F28F8-213F-6BD4-1225-1257198A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71627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0090C-F6C2-AEB6-CB61-8EAD5BAD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9851DC-0596-9F25-F438-8A1729464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90AB5D-3EB9-DE77-909C-38C8C2591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74E011-D24E-8EF6-A485-05DBED709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28EBF2-C1E4-0870-B1C1-FD6339EA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247A41-EE72-4E3F-E2B3-B8E610BA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7612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9FB1D-4882-32CB-5B66-44E5799FA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1E5E93-09D0-8A86-9A6D-74FD18762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21CD5D-5752-8148-E75C-A14D429E2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43747A-CA76-FA7B-161A-95A49DFA9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0335E7F-972C-ED5A-48D4-B2C2F6D25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C062331-FEC8-3153-91A7-163E92D14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AC7C87-68DC-13D9-D0DC-0B441327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B060013-C66F-F220-596C-ED61BD36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4530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86F12-EF74-1305-ED7A-557BBC713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072AE4-D816-ACAE-04F7-26F9087A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4A6D16-5586-F7E8-6B51-230876F3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B13DB5-72DC-346C-2801-179D3948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20248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F59CD9-2C9B-1C42-3C42-B4B50F055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F2F4CD-DC1B-5B7E-D7C7-131620EC9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30A244-7A77-02EF-117C-B6505EF2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0083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1E705-0D7F-C52C-A3E4-338D6100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63E552-44D1-0801-1EB7-E228EEC5E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919D45-5D87-2723-515D-2E7FD2808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EB2619-3EA9-BF91-4242-2B73519AC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119683-5B47-4680-7390-CA3A7FAF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236416-9C9B-219D-704E-4BBE0573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8308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A1058-E996-7EE3-C200-7C09D8E6B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BA8F276-ABC2-29F9-B5D2-E4D32C708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445F6D-8791-8C89-2D6C-AF7E82CC5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2887E9-DC62-0544-91B4-9512D712E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735BCD-327E-00C8-4100-0891AC29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AF7FE0-D8A2-74BD-F799-050CED4F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8094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D4229-AA40-A6D1-008B-2E4EB9CD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DEA524-6C1C-0EF5-5FE1-091104283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5A2F48-97ED-7499-8C4A-E20EA3573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3F2C18-AF02-BC6C-9306-A2CE0DA6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3C0C4E-37A6-6517-2972-503FA254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86925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42A8D7-23E2-D744-5C14-ECC834FAF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CEEA04-93DD-4C9F-C66F-FF9088845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9EBDCF-6655-07FA-1ED1-9D23432B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3109C-483D-47D7-840E-3E0FE0A7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C5EF8E-74D6-0AF5-99DF-5A8B8F00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70031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640313-183A-21E2-7404-F2BE112A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845F9C-794A-FE6F-B7CD-295153831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5F3AF7-9F75-8E77-C461-C73D7D57E2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BEE37-824B-4EE8-9E4D-9B1B2959B616}" type="datetimeFigureOut">
              <a:rPr lang="es-DO" smtClean="0"/>
              <a:t>31/1/2026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864C18-D708-C6CE-85B9-21AAAE8AA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40A781-1226-2127-6CAC-8AEF76AEE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4161C-EE52-4C34-9BA4-4C7F0D4AC8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994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60CF1-4A74-BAF2-4F4E-B2420B2D7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077200" cy="757237"/>
          </a:xfrm>
        </p:spPr>
        <p:txBody>
          <a:bodyPr>
            <a:normAutofit fontScale="90000"/>
          </a:bodyPr>
          <a:lstStyle/>
          <a:p>
            <a:r>
              <a:rPr lang="es-ES" dirty="0"/>
              <a:t>       </a:t>
            </a: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1715FC-DE66-639F-FB13-2279E3589B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15020E2-FD2A-20B9-094E-801527293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850" y="1600200"/>
            <a:ext cx="6159500" cy="437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82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C721D-5A72-FD81-BC54-696F843A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Esos son unos psicópata comandos que vamos a tirar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C2578D1-C048-A7B4-BCD7-09EE5D2D8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414" y="1825625"/>
            <a:ext cx="5439172" cy="4351338"/>
          </a:xfrm>
        </p:spPr>
      </p:pic>
    </p:spTree>
    <p:extLst>
      <p:ext uri="{BB962C8B-B14F-4D97-AF65-F5344CB8AC3E}">
        <p14:creationId xmlns:p14="http://schemas.microsoft.com/office/powerpoint/2010/main" val="2037770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84CA5-C38E-AD11-D9AE-E9AE436C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A28942-8BF1-DEB4-6FDF-9177B231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0651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B6BF5-37EA-1343-5C46-269A1850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E32EB9-D04B-1AD0-AAE9-6FB40E64A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2687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142DD-5FEE-F76D-A29D-EA393F65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1F5EA5-58A5-D100-3C1E-332386CFB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5670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D9658-8FFC-D202-D876-1FC53886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BC886A-20C1-4E15-B098-3BC4C1C6C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5184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5D8E3-C01B-53A2-C937-808967D2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B47B42-26DF-C239-755E-69EC3D7FD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39831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C94DD-D12D-FD71-CF29-A728F6D0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1C20AE-75D2-F6A3-0A63-75FC0D2E9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78087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977F6-5BC5-CC6C-2F6A-078F0A85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922535-6F46-10E7-CB8C-3FEA3A1B3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56834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BE756-E587-A2B3-E229-D1DF9A86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287236-36BB-D162-040E-00E142A63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28223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F6653-1FFC-125F-B663-54899BDD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B55042-3E3D-2D9E-9442-E0509ABBF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108134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70E54-3D6D-932E-BFD5-FBCA14278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25EAA8-D5FA-129C-C2E4-469483CF3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063067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</Words>
  <Application>Microsoft Office PowerPoint</Application>
  <PresentationFormat>Panorámica</PresentationFormat>
  <Paragraphs>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       </vt:lpstr>
      <vt:lpstr>Esos son unos psicópata comandos que vamos a tirar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</dc:title>
  <dc:creator>ESTUDIANTE</dc:creator>
  <cp:lastModifiedBy>ESTUDIANTE</cp:lastModifiedBy>
  <cp:revision>1</cp:revision>
  <dcterms:created xsi:type="dcterms:W3CDTF">2026-01-31T19:59:03Z</dcterms:created>
  <dcterms:modified xsi:type="dcterms:W3CDTF">2026-01-31T20:52:03Z</dcterms:modified>
</cp:coreProperties>
</file>